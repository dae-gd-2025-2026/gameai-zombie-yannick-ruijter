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8BD9ED-9D4C-608C-94ED-ABB3D2DAA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389"/>
            <a:ext cx="12192000" cy="52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bg1">
                    <a:lumMod val="75000"/>
                  </a:schemeClr>
                </a:solidFill>
              </a:rPr>
              <a:t>Screen shot or list of highest scores</a:t>
            </a:r>
            <a:endParaRPr lang="en-BE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152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Yannick RUIJTER</cp:lastModifiedBy>
  <cp:revision>3</cp:revision>
  <dcterms:created xsi:type="dcterms:W3CDTF">2021-12-17T12:45:32Z</dcterms:created>
  <dcterms:modified xsi:type="dcterms:W3CDTF">2026-06-07T09:55:17Z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