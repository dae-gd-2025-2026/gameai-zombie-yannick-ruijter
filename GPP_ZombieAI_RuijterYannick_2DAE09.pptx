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62" r:id="rId7"/>
    <p:sldId id="260" r:id="rId8"/>
    <p:sldId id="258" r:id="rId9"/>
    <p:sldId id="259" r:id="rId10"/>
    <p:sldId id="261" r:id="rId11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31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ndaele Yosha" userId="9e46ddaf-df5a-4623-8add-fe0b947d6181" providerId="ADAL" clId="{C0C05178-E97F-4600-9777-1D4069F9BFD8}"/>
    <pc:docChg chg="custSel modSld">
      <pc:chgData name="Vandaele Yosha" userId="9e46ddaf-df5a-4623-8add-fe0b947d6181" providerId="ADAL" clId="{C0C05178-E97F-4600-9777-1D4069F9BFD8}" dt="2021-12-17T14:48:31.752" v="124" actId="114"/>
      <pc:docMkLst>
        <pc:docMk/>
      </pc:docMkLst>
      <pc:sldChg chg="modSp mod">
        <pc:chgData name="Vandaele Yosha" userId="9e46ddaf-df5a-4623-8add-fe0b947d6181" providerId="ADAL" clId="{C0C05178-E97F-4600-9777-1D4069F9BFD8}" dt="2021-12-17T14:48:31.752" v="124" actId="114"/>
        <pc:sldMkLst>
          <pc:docMk/>
          <pc:sldMk cId="949077770" sldId="256"/>
        </pc:sldMkLst>
        <pc:spChg chg="mod">
          <ac:chgData name="Vandaele Yosha" userId="9e46ddaf-df5a-4623-8add-fe0b947d6181" providerId="ADAL" clId="{C0C05178-E97F-4600-9777-1D4069F9BFD8}" dt="2021-12-17T14:48:31.752" v="124" actId="114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  <pc:docChgLst>
    <pc:chgData name="Boury Fries" userId="3f8d8554-fab3-4764-ac68-3715b85b6c80" providerId="ADAL" clId="{4E627FB3-04C7-446E-862B-D79CBD804048}"/>
    <pc:docChg chg="addSld modSld">
      <pc:chgData name="Boury Fries" userId="3f8d8554-fab3-4764-ac68-3715b85b6c80" providerId="ADAL" clId="{4E627FB3-04C7-446E-862B-D79CBD804048}" dt="2023-11-28T13:45:50.997" v="81" actId="20577"/>
      <pc:docMkLst>
        <pc:docMk/>
      </pc:docMkLst>
      <pc:sldChg chg="modSp mod">
        <pc:chgData name="Boury Fries" userId="3f8d8554-fab3-4764-ac68-3715b85b6c80" providerId="ADAL" clId="{4E627FB3-04C7-446E-862B-D79CBD804048}" dt="2023-11-28T13:43:47.989" v="31" actId="20577"/>
        <pc:sldMkLst>
          <pc:docMk/>
          <pc:sldMk cId="1114309558" sldId="257"/>
        </pc:sldMkLst>
        <pc:spChg chg="mod">
          <ac:chgData name="Boury Fries" userId="3f8d8554-fab3-4764-ac68-3715b85b6c80" providerId="ADAL" clId="{4E627FB3-04C7-446E-862B-D79CBD804048}" dt="2023-11-28T13:43:47.989" v="31" actId="20577"/>
          <ac:spMkLst>
            <pc:docMk/>
            <pc:sldMk cId="1114309558" sldId="257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4:13.807" v="39" actId="20577"/>
        <pc:sldMkLst>
          <pc:docMk/>
          <pc:sldMk cId="160499841" sldId="258"/>
        </pc:sldMkLst>
        <pc:spChg chg="mod">
          <ac:chgData name="Boury Fries" userId="3f8d8554-fab3-4764-ac68-3715b85b6c80" providerId="ADAL" clId="{4E627FB3-04C7-446E-862B-D79CBD804048}" dt="2023-11-28T13:44:13.807" v="39" actId="20577"/>
          <ac:spMkLst>
            <pc:docMk/>
            <pc:sldMk cId="160499841" sldId="258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5:43.430" v="76" actId="20577"/>
        <pc:sldMkLst>
          <pc:docMk/>
          <pc:sldMk cId="3267762851" sldId="259"/>
        </pc:sldMkLst>
        <pc:spChg chg="mod">
          <ac:chgData name="Boury Fries" userId="3f8d8554-fab3-4764-ac68-3715b85b6c80" providerId="ADAL" clId="{4E627FB3-04C7-446E-862B-D79CBD804048}" dt="2023-11-28T13:45:43.430" v="76" actId="20577"/>
          <ac:spMkLst>
            <pc:docMk/>
            <pc:sldMk cId="3267762851" sldId="259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40.351" v="72" actId="6549"/>
          <ac:spMkLst>
            <pc:docMk/>
            <pc:sldMk cId="3267762851" sldId="259"/>
            <ac:spMk id="3" creationId="{64915428-ACD8-4B22-96DC-2806680ED3AB}"/>
          </ac:spMkLst>
        </pc:spChg>
      </pc:sldChg>
      <pc:sldChg chg="modSp add mod">
        <pc:chgData name="Boury Fries" userId="3f8d8554-fab3-4764-ac68-3715b85b6c80" providerId="ADAL" clId="{4E627FB3-04C7-446E-862B-D79CBD804048}" dt="2023-11-28T13:45:50.997" v="81" actId="20577"/>
        <pc:sldMkLst>
          <pc:docMk/>
          <pc:sldMk cId="1652142467" sldId="262"/>
        </pc:sldMkLst>
        <pc:spChg chg="mod">
          <ac:chgData name="Boury Fries" userId="3f8d8554-fab3-4764-ac68-3715b85b6c80" providerId="ADAL" clId="{4E627FB3-04C7-446E-862B-D79CBD804048}" dt="2023-11-28T13:45:46.970" v="80" actId="20577"/>
          <ac:spMkLst>
            <pc:docMk/>
            <pc:sldMk cId="1652142467" sldId="262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50.997" v="81" actId="20577"/>
          <ac:spMkLst>
            <pc:docMk/>
            <pc:sldMk cId="1652142467" sldId="262"/>
            <ac:spMk id="3" creationId="{64915428-ACD8-4B22-96DC-2806680ED3AB}"/>
          </ac:spMkLst>
        </pc:spChg>
      </pc:sldChg>
    </pc:docChg>
  </pc:docChgLst>
  <pc:docChgLst>
    <pc:chgData name="Vandaele Yosha" userId="S::yosha.vandaele@howest.be::9e46ddaf-df5a-4623-8add-fe0b947d6181" providerId="AD" clId="Web-{E204D132-4CFC-4F24-0FBD-6FDAF349B147}"/>
    <pc:docChg chg="modSld">
      <pc:chgData name="Vandaele Yosha" userId="S::yosha.vandaele@howest.be::9e46ddaf-df5a-4623-8add-fe0b947d6181" providerId="AD" clId="Web-{E204D132-4CFC-4F24-0FBD-6FDAF349B147}" dt="2021-12-17T14:47:42.196" v="195" actId="20577"/>
      <pc:docMkLst>
        <pc:docMk/>
      </pc:docMkLst>
      <pc:sldChg chg="modSp">
        <pc:chgData name="Vandaele Yosha" userId="S::yosha.vandaele@howest.be::9e46ddaf-df5a-4623-8add-fe0b947d6181" providerId="AD" clId="Web-{E204D132-4CFC-4F24-0FBD-6FDAF349B147}" dt="2021-12-17T14:47:42.196" v="195" actId="20577"/>
        <pc:sldMkLst>
          <pc:docMk/>
          <pc:sldMk cId="949077770" sldId="256"/>
        </pc:sldMkLst>
        <pc:spChg chg="mod">
          <ac:chgData name="Vandaele Yosha" userId="S::yosha.vandaele@howest.be::9e46ddaf-df5a-4623-8add-fe0b947d6181" providerId="AD" clId="Web-{E204D132-4CFC-4F24-0FBD-6FDAF349B147}" dt="2021-12-17T14:47:42.196" v="195" actId="20577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CAAC4-8D12-47CF-BE43-7EB46A4D59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39AEBC-7606-4ADC-B5B0-6A3BC80A2F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50DAEE-C80D-4F35-B786-91FB7CA48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07/06/2026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E275-2AB5-4A66-A8E8-90F9ABC8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AA5F36-6144-4864-8555-3C920AD71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18273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551CC-2784-471A-819A-0BB647B6B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BF8D80-3B7B-4F28-AEFD-D834AEBCC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B208A-B304-4974-A753-A386793B0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07/06/2026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83DB3-E76E-4DCC-A934-DE6FC5762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5E50E5-487F-4F26-B329-FF396CB20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82583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B2E1F-FBE7-4F65-94C7-B636380FE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8C9729-7ECE-4365-98F3-8DFF780FE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A8B8C-4C53-4B4C-BD2C-864D0D7B3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07/06/2026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D7CEA2-7CAF-4851-A38B-618DD216F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B7E0B-5EA5-473D-BF56-D86D080A7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66761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935E0-152D-4AF7-BD87-955474D08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89FBD-9AF6-494E-A906-31E047899D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09ECF5-FC69-44A2-865A-BF59EEA41D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F44A24-6932-4F11-BD5E-0F51DF2B1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07/06/2026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BA03F3-39FB-4D6C-8751-A7EDF6009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E43C9F-1845-44AD-86AA-8D2EC39EB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22497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E56D3-AB15-4310-A6DA-FCCC13009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F4F9E5-544E-408F-9A5B-5A9D043BB0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64E7D5-72F6-463A-BA78-97C231B737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20D308-9D2F-4E2B-98E8-42F65039F8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9D9437-C09B-4818-B72A-8E54A3BA32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395E20-1927-449F-8CA5-4628C2F5A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07/06/2026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88AC43-B655-428D-AE3D-DB74BBB15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5E8EE6-694D-461F-AE93-765F8A3E3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2573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4436E-1F26-4110-83C7-943D2F425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18F822-E6C7-462B-97CD-78D3D4DF0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07/06/2026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E2244D-E53E-43D0-A4F2-9C9D674BB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3CDC-F7C2-4A6E-A008-CEB3A6D58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75667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B3D8CF-1BB0-4BB5-A3C3-69A22ECD5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07/06/2026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FAB160-C248-403F-AD25-158A965BE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F1B489-7B94-4B54-B3AF-E8AF8FD50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380687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3942C-8A0D-4781-A8F3-57B3EE3CD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E01E5-1D61-43C7-B6CD-7037DCB14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3A444E-E01C-4A28-83F1-E48254F6BE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88AD5B-93CF-4725-B418-C1ADE03F3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07/06/2026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C9DC45-0596-4AB3-91ED-EC8B0A889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BB3885-5DD4-4DA8-B5F5-40745170F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30379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99836-3F3C-4E2F-9190-DEB510EE6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B6E0E5-A1D5-4606-A4EC-5A8116A487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841ED8-FBEC-48EB-B5A6-F5032E1018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5DA45B-1955-45CA-80B0-66008EC0F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07/06/2026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C90FA-53E2-41CE-BD63-ECA490D3E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8A9B8D-2082-4BE4-BCE5-07F8F9334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778602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318EC-44E3-4FD6-AF24-AC5021AFC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538C05-3BE4-4F1F-A85F-EBF60F029F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A43FC-668F-4A16-B33A-A1704CA88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07/06/2026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4EA9D-B745-4822-9D4F-8E34B4550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11FCBD-2F9B-4E40-B993-5543BC625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15545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262F4C-847A-45E8-89DF-86FADD929C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B5F776-752A-4772-8F18-20F7169A3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A0D1A1-5C8E-4021-A99C-3556DF8A3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07/06/2026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2E59EE-6B67-4900-9B15-8052B4D98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C593B4-0982-4C28-9583-53F588B94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95448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389769-7B4A-4C8C-94A2-1CE676F46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26073D-45AC-4934-9FAA-61975D5C06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75320-EECE-4069-9EC1-5688F7A887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085877-2B37-48E7-8B6D-4D4ED486130A}" type="datetimeFigureOut">
              <a:rPr lang="en-BE" smtClean="0"/>
              <a:t>07/06/2026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E6D776-80A5-466B-B9A0-F462DF91CA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80D87A-C974-47EE-BF90-816BF0B07F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88178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85F04-C22A-42D7-B131-70E81FD946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GPP Exam: Zombie AI</a:t>
            </a:r>
            <a:endParaRPr lang="en-BE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116E6A58-1AD8-F40E-AD95-46B4CA02DD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Yannick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949077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Decision Making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Visualization of your decision making structure (readable!)</a:t>
            </a:r>
          </a:p>
          <a:p>
            <a:pPr lvl="1"/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Tip: use miro.com!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F8BD9ED-9D4C-608C-94ED-ABB3D2DAA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05389"/>
            <a:ext cx="12192000" cy="525261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44E1317-4697-E1A5-C7DE-4C7F20D271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587" y="1362946"/>
            <a:ext cx="3458058" cy="48774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860A027-BE3E-F547-33A4-4032F6F5AD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5001" y="1095283"/>
            <a:ext cx="3096057" cy="565864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4BD7919-AA73-3759-821D-EAAF1A8EE7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2691" y="1162538"/>
            <a:ext cx="2943636" cy="538237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980D52F-A7E1-12E4-55D4-CA02894E0D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29815" y="1110499"/>
            <a:ext cx="5097515" cy="538237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446EDDD-68EC-2F6D-EC20-CF3DA3568BC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82365" y="1626018"/>
            <a:ext cx="6089714" cy="446120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FBFA402-29D6-B5C6-C290-B33F7665BFB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02271" y="1362946"/>
            <a:ext cx="5087060" cy="543953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3A2014D-6C1D-DE66-048E-AC1F779DE84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33412" y="1360872"/>
            <a:ext cx="3657546" cy="518404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9A7B0CF-4195-6193-C2BB-3FBDFFB1135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87225" y="1443563"/>
            <a:ext cx="8399774" cy="4339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4309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- Exploration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Finding houses</a:t>
            </a:r>
          </a:p>
          <a:p>
            <a:r>
              <a:rPr lang="en-US" dirty="0"/>
              <a:t>Exploring houses</a:t>
            </a:r>
          </a:p>
          <a:p>
            <a:r>
              <a:rPr lang="en-US" dirty="0"/>
              <a:t>Storing houses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53DE340-CC2F-C184-A851-927E50F67CE7}"/>
              </a:ext>
            </a:extLst>
          </p:cNvPr>
          <p:cNvSpPr/>
          <p:nvPr/>
        </p:nvSpPr>
        <p:spPr>
          <a:xfrm>
            <a:off x="560832" y="1290674"/>
            <a:ext cx="11539728" cy="537667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pic>
        <p:nvPicPr>
          <p:cNvPr id="4" name="Picture 3" descr="Clipart - square spiral">
            <a:extLst>
              <a:ext uri="{FF2B5EF4-FFF2-40B4-BE49-F238E27FC236}">
                <a16:creationId xmlns:a16="http://schemas.microsoft.com/office/drawing/2014/main" id="{D02B3E32-38D7-72AE-87C9-F8CCBDBB26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7904" y="1825625"/>
            <a:ext cx="3741701" cy="37417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FED9FC7-727F-72C8-C37E-FF4678DDAB3A}"/>
              </a:ext>
            </a:extLst>
          </p:cNvPr>
          <p:cNvSpPr txBox="1"/>
          <p:nvPr/>
        </p:nvSpPr>
        <p:spPr>
          <a:xfrm>
            <a:off x="969264" y="1545336"/>
            <a:ext cx="5422392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Finding houses</a:t>
            </a:r>
          </a:p>
          <a:p>
            <a:r>
              <a:rPr lang="en-US" sz="3200" dirty="0">
                <a:solidFill>
                  <a:srgbClr val="C00000"/>
                </a:solidFill>
              </a:rPr>
              <a:t>-Get random location on map</a:t>
            </a:r>
          </a:p>
          <a:p>
            <a:r>
              <a:rPr lang="en-US" sz="3200" dirty="0">
                <a:solidFill>
                  <a:srgbClr val="C00000"/>
                </a:solidFill>
              </a:rPr>
              <a:t>-Go to location</a:t>
            </a:r>
          </a:p>
          <a:p>
            <a:endParaRPr lang="en-US" sz="3200" dirty="0">
              <a:solidFill>
                <a:srgbClr val="C00000"/>
              </a:solidFill>
            </a:endParaRPr>
          </a:p>
          <a:p>
            <a:r>
              <a:rPr lang="en-US" sz="3200" dirty="0">
                <a:solidFill>
                  <a:schemeClr val="accent6"/>
                </a:solidFill>
              </a:rPr>
              <a:t>-Base direction &amp; Location</a:t>
            </a:r>
          </a:p>
          <a:p>
            <a:r>
              <a:rPr lang="en-US" sz="3200" dirty="0">
                <a:solidFill>
                  <a:schemeClr val="accent6"/>
                </a:solidFill>
              </a:rPr>
              <a:t>-Rotate left</a:t>
            </a:r>
          </a:p>
          <a:p>
            <a:r>
              <a:rPr lang="en-US" sz="3200" dirty="0">
                <a:solidFill>
                  <a:schemeClr val="accent6"/>
                </a:solidFill>
              </a:rPr>
              <a:t>-Add side length</a:t>
            </a:r>
          </a:p>
          <a:p>
            <a:r>
              <a:rPr lang="en-US" sz="3200" dirty="0">
                <a:solidFill>
                  <a:schemeClr val="accent6"/>
                </a:solidFill>
              </a:rPr>
              <a:t>-increase side length</a:t>
            </a:r>
            <a:endParaRPr lang="en-BE" sz="3200" dirty="0">
              <a:solidFill>
                <a:schemeClr val="accent6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E22AF5-DB1A-8AF6-1D7C-FCA26E54D345}"/>
              </a:ext>
            </a:extLst>
          </p:cNvPr>
          <p:cNvSpPr/>
          <p:nvPr/>
        </p:nvSpPr>
        <p:spPr>
          <a:xfrm>
            <a:off x="560832" y="1545336"/>
            <a:ext cx="11207496" cy="463162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AE8F26-D272-1C12-9DA9-EE198A7DCC14}"/>
              </a:ext>
            </a:extLst>
          </p:cNvPr>
          <p:cNvSpPr txBox="1"/>
          <p:nvPr/>
        </p:nvSpPr>
        <p:spPr>
          <a:xfrm>
            <a:off x="1072394" y="1690538"/>
            <a:ext cx="371906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Exploring Houses</a:t>
            </a:r>
          </a:p>
          <a:p>
            <a:r>
              <a:rPr lang="en-US" sz="2800" dirty="0"/>
              <a:t>-Go to center</a:t>
            </a:r>
            <a:endParaRPr lang="en-BE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EB65EF-AD97-F00B-5FCF-DC6E11C67FD2}"/>
              </a:ext>
            </a:extLst>
          </p:cNvPr>
          <p:cNvSpPr txBox="1"/>
          <p:nvPr/>
        </p:nvSpPr>
        <p:spPr>
          <a:xfrm>
            <a:off x="1072394" y="3297418"/>
            <a:ext cx="30906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Constant rotation</a:t>
            </a:r>
            <a:endParaRPr lang="en-BE" sz="28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AD02EE7-235E-A310-7141-542E6B0D8E42}"/>
              </a:ext>
            </a:extLst>
          </p:cNvPr>
          <p:cNvSpPr/>
          <p:nvPr/>
        </p:nvSpPr>
        <p:spPr>
          <a:xfrm>
            <a:off x="560832" y="1399032"/>
            <a:ext cx="10792968" cy="435133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F7BDC5-C31C-A564-C6A5-FF7373B00468}"/>
              </a:ext>
            </a:extLst>
          </p:cNvPr>
          <p:cNvSpPr txBox="1"/>
          <p:nvPr/>
        </p:nvSpPr>
        <p:spPr>
          <a:xfrm>
            <a:off x="1475232" y="1770702"/>
            <a:ext cx="4855464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Storing houses</a:t>
            </a:r>
          </a:p>
          <a:p>
            <a:r>
              <a:rPr lang="en-US" sz="3200" dirty="0"/>
              <a:t>-List of houses</a:t>
            </a:r>
          </a:p>
          <a:p>
            <a:r>
              <a:rPr lang="en-US" sz="3200" dirty="0"/>
              <a:t>-house index</a:t>
            </a:r>
          </a:p>
          <a:p>
            <a:r>
              <a:rPr lang="en-US" sz="3200" dirty="0"/>
              <a:t>-house threshold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AA9349F-2250-31E0-7F55-8E3CBEA6B758}"/>
              </a:ext>
            </a:extLst>
          </p:cNvPr>
          <p:cNvSpPr txBox="1"/>
          <p:nvPr/>
        </p:nvSpPr>
        <p:spPr>
          <a:xfrm>
            <a:off x="1600200" y="4307302"/>
            <a:ext cx="243230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</a:rPr>
              <a:t>If new house spotted</a:t>
            </a:r>
          </a:p>
          <a:p>
            <a:r>
              <a:rPr lang="en-US" sz="2000" dirty="0">
                <a:solidFill>
                  <a:srgbClr val="C00000"/>
                </a:solidFill>
              </a:rPr>
              <a:t>-add to list</a:t>
            </a:r>
            <a:endParaRPr lang="en-BE" sz="2000" dirty="0">
              <a:solidFill>
                <a:srgbClr val="C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91B478-DDDE-DB71-D7B3-CBA511A67C28}"/>
              </a:ext>
            </a:extLst>
          </p:cNvPr>
          <p:cNvSpPr txBox="1"/>
          <p:nvPr/>
        </p:nvSpPr>
        <p:spPr>
          <a:xfrm>
            <a:off x="5954586" y="2055058"/>
            <a:ext cx="4963349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C00000"/>
                </a:solidFill>
              </a:rPr>
              <a:t>End house exploration</a:t>
            </a:r>
          </a:p>
          <a:p>
            <a:pPr marL="342900" indent="-342900">
              <a:buFont typeface="Wingdings" panose="05000000000000000000" pitchFamily="2" charset="2"/>
              <a:buChar char="è"/>
            </a:pPr>
            <a:r>
              <a:rPr lang="en-US" sz="3200" dirty="0">
                <a:solidFill>
                  <a:srgbClr val="C00000"/>
                </a:solidFill>
              </a:rPr>
              <a:t>Ask for next</a:t>
            </a:r>
          </a:p>
          <a:p>
            <a:pPr marL="342900" indent="-342900">
              <a:buFont typeface="Wingdings" panose="05000000000000000000" pitchFamily="2" charset="2"/>
              <a:buChar char="è"/>
            </a:pPr>
            <a:r>
              <a:rPr lang="en-US" sz="3200" dirty="0">
                <a:solidFill>
                  <a:srgbClr val="C00000"/>
                </a:solidFill>
              </a:rPr>
              <a:t>Increment index</a:t>
            </a:r>
          </a:p>
          <a:p>
            <a:pPr marL="342900" indent="-342900">
              <a:buFont typeface="Wingdings" panose="05000000000000000000" pitchFamily="2" charset="2"/>
              <a:buChar char="è"/>
            </a:pPr>
            <a:r>
              <a:rPr lang="en-US" sz="3200" dirty="0">
                <a:solidFill>
                  <a:srgbClr val="C00000"/>
                </a:solidFill>
              </a:rPr>
              <a:t>Checks if index in range</a:t>
            </a:r>
          </a:p>
          <a:p>
            <a:pPr marL="342900" indent="-342900">
              <a:buFont typeface="Wingdings" panose="05000000000000000000" pitchFamily="2" charset="2"/>
              <a:buChar char="è"/>
            </a:pPr>
            <a:r>
              <a:rPr lang="en-US" sz="3200" dirty="0">
                <a:solidFill>
                  <a:srgbClr val="C00000"/>
                </a:solidFill>
              </a:rPr>
              <a:t>Return next house</a:t>
            </a:r>
          </a:p>
          <a:p>
            <a:pPr marL="342900" indent="-342900">
              <a:buFont typeface="Wingdings" panose="05000000000000000000" pitchFamily="2" charset="2"/>
              <a:buChar char="è"/>
            </a:pPr>
            <a:r>
              <a:rPr lang="en-US" sz="3200" dirty="0">
                <a:solidFill>
                  <a:srgbClr val="C00000"/>
                </a:solidFill>
              </a:rPr>
              <a:t>Return </a:t>
            </a:r>
            <a:r>
              <a:rPr lang="en-US" sz="3200" dirty="0" err="1">
                <a:solidFill>
                  <a:srgbClr val="C00000"/>
                </a:solidFill>
              </a:rPr>
              <a:t>nullptr</a:t>
            </a:r>
            <a:endParaRPr lang="en-US" sz="3200" dirty="0">
              <a:solidFill>
                <a:srgbClr val="C00000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è"/>
            </a:pPr>
            <a:r>
              <a:rPr lang="en-US" sz="3200" dirty="0">
                <a:solidFill>
                  <a:srgbClr val="C00000"/>
                </a:solidFill>
              </a:rPr>
              <a:t>Return first</a:t>
            </a:r>
          </a:p>
        </p:txBody>
      </p:sp>
      <p:pic>
        <p:nvPicPr>
          <p:cNvPr id="15" name="20260607-1935-53.6329662">
            <a:hlinkClick r:id="" action="ppaction://media"/>
            <a:extLst>
              <a:ext uri="{FF2B5EF4-FFF2-40B4-BE49-F238E27FC236}">
                <a16:creationId xmlns:a16="http://schemas.microsoft.com/office/drawing/2014/main" id="{AA10B6D3-0634-EDDF-A8A5-1C601C2B658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471711" y="350487"/>
            <a:ext cx="7355205" cy="5826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1424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2" dur="25322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83" fill="hold" display="0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</p:childTnLst>
        </p:cTn>
      </p:par>
    </p:tnLst>
    <p:bldLst>
      <p:bldP spid="5" grpId="0" animBg="1"/>
      <p:bldP spid="7" grpId="0" animBg="1"/>
      <p:bldP spid="8" grpId="0"/>
      <p:bldP spid="9" grpId="0"/>
      <p:bldP spid="11" grpId="0" animBg="1"/>
      <p:bldP spid="12" grpId="0"/>
      <p:bldP spid="1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Enemy handling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US" sz="3600" dirty="0"/>
              <a:t>Stored Data</a:t>
            </a:r>
          </a:p>
          <a:p>
            <a:pPr marL="457200" lvl="1" indent="0">
              <a:buNone/>
            </a:pPr>
            <a:endParaRPr lang="en-US" sz="3600" dirty="0"/>
          </a:p>
          <a:p>
            <a:pPr marL="457200" lvl="1" indent="0">
              <a:buNone/>
            </a:pPr>
            <a:r>
              <a:rPr lang="en-US" dirty="0"/>
              <a:t>-Zombies in sight -&gt; Shooting zombies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-Zombies close -&gt; Fleeing</a:t>
            </a:r>
          </a:p>
          <a:p>
            <a:pPr marL="457200" lvl="1" indent="0">
              <a:buNone/>
            </a:pPr>
            <a:endParaRPr lang="en-US" sz="28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347D21-7CDE-0DC2-CE2A-7EF791891B2B}"/>
              </a:ext>
            </a:extLst>
          </p:cNvPr>
          <p:cNvSpPr/>
          <p:nvPr/>
        </p:nvSpPr>
        <p:spPr>
          <a:xfrm>
            <a:off x="310896" y="1536192"/>
            <a:ext cx="11137392" cy="448970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F52E3C-62DA-3242-8870-96E633D92475}"/>
              </a:ext>
            </a:extLst>
          </p:cNvPr>
          <p:cNvSpPr txBox="1"/>
          <p:nvPr/>
        </p:nvSpPr>
        <p:spPr>
          <a:xfrm>
            <a:off x="1636776" y="2185416"/>
            <a:ext cx="705002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Fighting zombies</a:t>
            </a:r>
          </a:p>
          <a:p>
            <a:r>
              <a:rPr lang="en-US" sz="3600" dirty="0">
                <a:solidFill>
                  <a:srgbClr val="FF0000"/>
                </a:solidFill>
              </a:rPr>
              <a:t>-Zombie in sight</a:t>
            </a:r>
          </a:p>
          <a:p>
            <a:r>
              <a:rPr lang="en-US" sz="3600" dirty="0">
                <a:solidFill>
                  <a:srgbClr val="FF0000"/>
                </a:solidFill>
              </a:rPr>
              <a:t>-Have weapon</a:t>
            </a:r>
          </a:p>
          <a:p>
            <a:endParaRPr lang="en-US" sz="3600" dirty="0">
              <a:solidFill>
                <a:srgbClr val="FF0000"/>
              </a:solidFill>
            </a:endParaRPr>
          </a:p>
          <a:p>
            <a:r>
              <a:rPr lang="en-US" sz="3600" dirty="0">
                <a:solidFill>
                  <a:schemeClr val="accent6"/>
                </a:solidFill>
              </a:rPr>
              <a:t>-&gt;Aim at closest zombie</a:t>
            </a:r>
          </a:p>
          <a:p>
            <a:r>
              <a:rPr lang="en-US" sz="3600" dirty="0">
                <a:solidFill>
                  <a:schemeClr val="accent6"/>
                </a:solidFill>
              </a:rPr>
              <a:t>-&gt;Shoot gun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234EAD-48EA-38BF-15CC-821CA6929883}"/>
              </a:ext>
            </a:extLst>
          </p:cNvPr>
          <p:cNvSpPr/>
          <p:nvPr/>
        </p:nvSpPr>
        <p:spPr>
          <a:xfrm>
            <a:off x="1312164" y="1898777"/>
            <a:ext cx="9134856" cy="412711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111A1C-4CE8-5E7C-C183-69C29F850164}"/>
              </a:ext>
            </a:extLst>
          </p:cNvPr>
          <p:cNvSpPr txBox="1"/>
          <p:nvPr/>
        </p:nvSpPr>
        <p:spPr>
          <a:xfrm>
            <a:off x="1636776" y="2350008"/>
            <a:ext cx="7296912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Flee from zombies</a:t>
            </a:r>
          </a:p>
          <a:p>
            <a:r>
              <a:rPr lang="en-US" sz="3200" dirty="0">
                <a:solidFill>
                  <a:srgbClr val="FF0000"/>
                </a:solidFill>
              </a:rPr>
              <a:t>-Zombie close</a:t>
            </a:r>
          </a:p>
          <a:p>
            <a:endParaRPr lang="en-US" sz="3200" dirty="0">
              <a:solidFill>
                <a:srgbClr val="FF0000"/>
              </a:solidFill>
            </a:endParaRPr>
          </a:p>
          <a:p>
            <a:r>
              <a:rPr lang="en-US" sz="3200" dirty="0">
                <a:solidFill>
                  <a:schemeClr val="accent6"/>
                </a:solidFill>
              </a:rPr>
              <a:t>-Get average zombie location</a:t>
            </a:r>
          </a:p>
          <a:p>
            <a:r>
              <a:rPr lang="en-US" sz="3200" dirty="0">
                <a:solidFill>
                  <a:schemeClr val="accent6"/>
                </a:solidFill>
              </a:rPr>
              <a:t>-Flee from that location</a:t>
            </a:r>
          </a:p>
          <a:p>
            <a:r>
              <a:rPr lang="en-US" sz="3200" dirty="0">
                <a:solidFill>
                  <a:schemeClr val="accent6"/>
                </a:solidFill>
              </a:rPr>
              <a:t>-Curved</a:t>
            </a:r>
            <a:endParaRPr lang="en-BE" sz="320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7530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 animBg="1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Inventory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/>
              <a:t>Stored Data</a:t>
            </a:r>
          </a:p>
          <a:p>
            <a:pPr marL="0" indent="0">
              <a:buNone/>
            </a:pPr>
            <a:r>
              <a:rPr lang="en-US" sz="3600" dirty="0"/>
              <a:t>-List of items</a:t>
            </a:r>
          </a:p>
          <a:p>
            <a:pPr marL="0" indent="0">
              <a:buNone/>
            </a:pPr>
            <a:r>
              <a:rPr lang="en-US" sz="3600" dirty="0"/>
              <a:t>-Optimal layout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1ACB7F4-268C-689F-3D6D-EC9E9FDC6A81}"/>
              </a:ext>
            </a:extLst>
          </p:cNvPr>
          <p:cNvSpPr/>
          <p:nvPr/>
        </p:nvSpPr>
        <p:spPr>
          <a:xfrm>
            <a:off x="548640" y="1554480"/>
            <a:ext cx="10805160" cy="360273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9784C3-FA49-0D12-F146-1D625BE38359}"/>
              </a:ext>
            </a:extLst>
          </p:cNvPr>
          <p:cNvSpPr txBox="1"/>
          <p:nvPr/>
        </p:nvSpPr>
        <p:spPr>
          <a:xfrm>
            <a:off x="950976" y="1825625"/>
            <a:ext cx="59436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Item needed check</a:t>
            </a:r>
          </a:p>
          <a:p>
            <a:pPr marL="457200" indent="-457200">
              <a:buFont typeface="Wingdings" panose="05000000000000000000" pitchFamily="2" charset="2"/>
              <a:buChar char="è"/>
            </a:pPr>
            <a:r>
              <a:rPr lang="en-US" sz="3200" dirty="0"/>
              <a:t>Inventory full </a:t>
            </a:r>
          </a:p>
          <a:p>
            <a:pPr marL="457200" indent="-457200">
              <a:buFont typeface="Wingdings" panose="05000000000000000000" pitchFamily="2" charset="2"/>
              <a:buChar char="è"/>
            </a:pPr>
            <a:r>
              <a:rPr lang="en-US" sz="3200" dirty="0"/>
              <a:t>always pick up</a:t>
            </a:r>
          </a:p>
          <a:p>
            <a:pPr marL="457200" indent="-457200">
              <a:buFont typeface="Wingdings" panose="05000000000000000000" pitchFamily="2" charset="2"/>
              <a:buChar char="è"/>
            </a:pPr>
            <a:r>
              <a:rPr lang="en-US" sz="3200" dirty="0"/>
              <a:t>Item frequency check</a:t>
            </a:r>
          </a:p>
          <a:p>
            <a:pPr marL="457200" indent="-457200">
              <a:buFont typeface="Wingdings" panose="05000000000000000000" pitchFamily="2" charset="2"/>
              <a:buChar char="è"/>
            </a:pPr>
            <a:r>
              <a:rPr lang="en-US" sz="3200" dirty="0"/>
              <a:t>Get type</a:t>
            </a:r>
          </a:p>
          <a:p>
            <a:pPr marL="457200" indent="-457200">
              <a:buFont typeface="Wingdings" panose="05000000000000000000" pitchFamily="2" charset="2"/>
              <a:buChar char="è"/>
            </a:pPr>
            <a:r>
              <a:rPr lang="en-US" sz="3200" dirty="0"/>
              <a:t>Check redundant items</a:t>
            </a:r>
          </a:p>
          <a:p>
            <a:pPr marL="457200" indent="-457200">
              <a:buFont typeface="Wingdings" panose="05000000000000000000" pitchFamily="2" charset="2"/>
              <a:buChar char="è"/>
            </a:pPr>
            <a:r>
              <a:rPr lang="en-US" sz="3200" dirty="0"/>
              <a:t>Compare ammo</a:t>
            </a:r>
          </a:p>
          <a:p>
            <a:pPr marL="457200" indent="-457200">
              <a:buFont typeface="Wingdings" panose="05000000000000000000" pitchFamily="2" charset="2"/>
              <a:buChar char="è"/>
            </a:pPr>
            <a:r>
              <a:rPr lang="en-US" sz="3200" dirty="0"/>
              <a:t>For all spotted items</a:t>
            </a:r>
          </a:p>
          <a:p>
            <a:pPr marL="457200" indent="-457200">
              <a:buFont typeface="Wingdings" panose="05000000000000000000" pitchFamily="2" charset="2"/>
              <a:buChar char="è"/>
            </a:pPr>
            <a:r>
              <a:rPr lang="en-US" sz="3200" dirty="0"/>
              <a:t>First needed item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3FD09A-BF1B-D07E-B98F-8CD012C47679}"/>
              </a:ext>
            </a:extLst>
          </p:cNvPr>
          <p:cNvSpPr txBox="1"/>
          <p:nvPr/>
        </p:nvSpPr>
        <p:spPr>
          <a:xfrm>
            <a:off x="7043928" y="1738896"/>
            <a:ext cx="41970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Triggers when</a:t>
            </a:r>
          </a:p>
          <a:p>
            <a:r>
              <a:rPr lang="en-US" sz="2400" dirty="0"/>
              <a:t>-&gt;new item sighted</a:t>
            </a:r>
          </a:p>
          <a:p>
            <a:r>
              <a:rPr lang="en-US" sz="2400" dirty="0"/>
              <a:t>-&gt;Inventory changes</a:t>
            </a:r>
          </a:p>
        </p:txBody>
      </p:sp>
    </p:spTree>
    <p:extLst>
      <p:ext uri="{BB962C8B-B14F-4D97-AF65-F5344CB8AC3E}">
        <p14:creationId xmlns:p14="http://schemas.microsoft.com/office/powerpoint/2010/main" val="160499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- Steering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Aiming -&gt; Face</a:t>
            </a:r>
          </a:p>
          <a:p>
            <a:r>
              <a:rPr lang="en-US" dirty="0"/>
              <a:t>Rotating -&gt; Face</a:t>
            </a:r>
          </a:p>
          <a:p>
            <a:r>
              <a:rPr lang="en-US" dirty="0"/>
              <a:t>Spiraling -&gt; </a:t>
            </a:r>
            <a:r>
              <a:rPr lang="en-US" dirty="0" err="1"/>
              <a:t>Pathfollow</a:t>
            </a:r>
            <a:endParaRPr lang="en-US" dirty="0"/>
          </a:p>
          <a:p>
            <a:r>
              <a:rPr lang="en-US" dirty="0"/>
              <a:t>Exploring house -&gt; Seek</a:t>
            </a:r>
          </a:p>
          <a:p>
            <a:r>
              <a:rPr lang="en-US" dirty="0"/>
              <a:t>Running from zombie -&gt; Custom flee</a:t>
            </a:r>
          </a:p>
          <a:p>
            <a:endParaRPr lang="en-US" dirty="0"/>
          </a:p>
          <a:p>
            <a:endParaRPr lang="en-BE" dirty="0"/>
          </a:p>
          <a:p>
            <a:pPr marL="0" indent="0">
              <a:buNone/>
            </a:pP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267762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Improvements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Blended steering for purge zones (again)</a:t>
            </a:r>
          </a:p>
          <a:p>
            <a:r>
              <a:rPr lang="en-US" sz="2400" dirty="0"/>
              <a:t>Item need values (distance, </a:t>
            </a:r>
            <a:r>
              <a:rPr lang="en-US" sz="2400" dirty="0" err="1"/>
              <a:t>itemValue</a:t>
            </a:r>
            <a:r>
              <a:rPr lang="en-US" sz="2400" dirty="0"/>
              <a:t>)</a:t>
            </a:r>
          </a:p>
          <a:p>
            <a:r>
              <a:rPr lang="en-US" sz="2400" dirty="0"/>
              <a:t>Explore around house (again) </a:t>
            </a:r>
            <a:endParaRPr lang="en-BE" sz="2400" dirty="0"/>
          </a:p>
        </p:txBody>
      </p:sp>
    </p:spTree>
    <p:extLst>
      <p:ext uri="{BB962C8B-B14F-4D97-AF65-F5344CB8AC3E}">
        <p14:creationId xmlns:p14="http://schemas.microsoft.com/office/powerpoint/2010/main" val="3423734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23942CCEB3A674D8F1F6472CCEFB38E" ma:contentTypeVersion="11" ma:contentTypeDescription="Create a new document." ma:contentTypeScope="" ma:versionID="e4de40d148e029d40e3aaddc8bf68a5e">
  <xsd:schema xmlns:xsd="http://www.w3.org/2001/XMLSchema" xmlns:xs="http://www.w3.org/2001/XMLSchema" xmlns:p="http://schemas.microsoft.com/office/2006/metadata/properties" xmlns:ns2="128482ec-0431-40d5-ab26-89ea2a4f3ccd" xmlns:ns3="60eb0cf4-ae2a-4762-800a-cb593b869ecb" xmlns:ns4="http://schemas.microsoft.com/sharepoint/v4" xmlns:ns5="a2e691a9-fcfc-4d85-a390-1894fe98bd9e" targetNamespace="http://schemas.microsoft.com/office/2006/metadata/properties" ma:root="true" ma:fieldsID="fce8e8bd091658f3fe51b22d57dec109" ns2:_="" ns3:_="" ns4:_="" ns5:_="">
    <xsd:import namespace="128482ec-0431-40d5-ab26-89ea2a4f3ccd"/>
    <xsd:import namespace="60eb0cf4-ae2a-4762-800a-cb593b869ecb"/>
    <xsd:import namespace="http://schemas.microsoft.com/sharepoint/v4"/>
    <xsd:import namespace="a2e691a9-fcfc-4d85-a390-1894fe98bd9e"/>
    <xsd:element name="properties">
      <xsd:complexType>
        <xsd:sequence>
          <xsd:element name="documentManagement">
            <xsd:complexType>
              <xsd:all>
                <xsd:element ref="ns2:m99485b88215436a82099f8287cba0b0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4:IconOverlay" minOccurs="0"/>
                <xsd:element ref="ns5:SharedWithUsers" minOccurs="0"/>
                <xsd:element ref="ns5:SharedWithDetails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8482ec-0431-40d5-ab26-89ea2a4f3ccd" elementFormDefault="qualified">
    <xsd:import namespace="http://schemas.microsoft.com/office/2006/documentManagement/types"/>
    <xsd:import namespace="http://schemas.microsoft.com/office/infopath/2007/PartnerControls"/>
    <xsd:element name="m99485b88215436a82099f8287cba0b0" ma:index="9" nillable="true" ma:taxonomy="true" ma:internalName="m99485b88215436a82099f8287cba0b0" ma:taxonomyFieldName="Kernteam" ma:displayName="Kernteam" ma:default="" ma:fieldId="{699485b8-8215-436a-8209-9f8287cba0b0}" ma:taxonomyMulti="true" ma:sspId="9d9af33d-1c7e-4655-8224-df3a670842a4" ma:termSetId="f2199854-b90f-4d12-b5f9-723340d5e437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10" nillable="true" ma:displayName="Taxonomy Catch All Column" ma:hidden="true" ma:list="{26a5f98c-5cc8-4015-9754-f7f59d70125b}" ma:internalName="TaxCatchAll" ma:showField="CatchAllData" ma:web="128482ec-0431-40d5-ab26-89ea2a4f3cc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eb0cf4-ae2a-4762-800a-cb593b869e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MediaServiceAutoTags" ma:internalName="MediaServiceAutoTags" ma:readOnly="true">
      <xsd:simpleType>
        <xsd:restriction base="dms:Text"/>
      </xsd:simpleType>
    </xsd:element>
    <xsd:element name="MediaServiceOCR" ma:index="15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6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2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4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6" nillable="true" ma:taxonomy="true" ma:internalName="lcf76f155ced4ddcb4097134ff3c332f" ma:taxonomyFieldName="MediaServiceImageTags" ma:displayName="Image Tags" ma:readOnly="false" ma:fieldId="{5cf76f15-5ced-4ddc-b409-7134ff3c332f}" ma:taxonomyMulti="true" ma:sspId="9d9af33d-1c7e-4655-8224-df3a670842a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4" elementFormDefault="qualified">
    <xsd:import namespace="http://schemas.microsoft.com/office/2006/documentManagement/types"/>
    <xsd:import namespace="http://schemas.microsoft.com/office/infopath/2007/PartnerControls"/>
    <xsd:element name="IconOverlay" ma:index="17" nillable="true" ma:displayName="IconOverlay" ma:hidden="true" ma:internalName="IconOverlay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2e691a9-fcfc-4d85-a390-1894fe98bd9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Gedeeld met" ma:SearchPeopleOnly="false" ma:SharePointGroup="0" ma:internalName="SharedWithUsers" ma:readOnly="tru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conOverlay xmlns="http://schemas.microsoft.com/sharepoint/v4" xsi:nil="true"/>
    <TaxCatchAll xmlns="128482ec-0431-40d5-ab26-89ea2a4f3ccd" xsi:nil="true"/>
    <m99485b88215436a82099f8287cba0b0 xmlns="128482ec-0431-40d5-ab26-89ea2a4f3ccd">
      <Terms xmlns="http://schemas.microsoft.com/office/infopath/2007/PartnerControls"/>
    </m99485b88215436a82099f8287cba0b0>
    <lcf76f155ced4ddcb4097134ff3c332f xmlns="60eb0cf4-ae2a-4762-800a-cb593b869ecb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F8EC6D1-CB19-4400-AD0A-0C75CD884AE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7B8C5DE-3345-4025-A942-C5AA68E5554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8482ec-0431-40d5-ab26-89ea2a4f3ccd"/>
    <ds:schemaRef ds:uri="60eb0cf4-ae2a-4762-800a-cb593b869ecb"/>
    <ds:schemaRef ds:uri="http://schemas.microsoft.com/sharepoint/v4"/>
    <ds:schemaRef ds:uri="a2e691a9-fcfc-4d85-a390-1894fe98bd9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743389A-7EE0-4951-8919-E91DD69E3687}">
  <ds:schemaRefs>
    <ds:schemaRef ds:uri="128482ec-0431-40d5-ab26-89ea2a4f3ccd"/>
    <ds:schemaRef ds:uri="http://schemas.microsoft.com/office/2006/metadata/properties"/>
    <ds:schemaRef ds:uri="http://schemas.microsoft.com/office/infopath/2007/PartnerControls"/>
    <ds:schemaRef ds:uri="http://schemas.microsoft.com/sharepoint/v4"/>
    <ds:schemaRef ds:uri="60eb0cf4-ae2a-4762-800a-cb593b869ecb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224</TotalTime>
  <Words>250</Words>
  <Application>Microsoft Office PowerPoint</Application>
  <PresentationFormat>Widescreen</PresentationFormat>
  <Paragraphs>78</Paragraphs>
  <Slides>7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Wingdings</vt:lpstr>
      <vt:lpstr>Office Theme</vt:lpstr>
      <vt:lpstr>GPP Exam: Zombie AI</vt:lpstr>
      <vt:lpstr>Decision Making</vt:lpstr>
      <vt:lpstr>Movement - Exploration</vt:lpstr>
      <vt:lpstr>Enemy handling</vt:lpstr>
      <vt:lpstr>Inventory</vt:lpstr>
      <vt:lpstr>Movement - Steering</vt:lpstr>
      <vt:lpstr>Improvements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GPP Exam: Zombie AI</dc:title>
  <dc:creator>Vandaele Yosha</dc:creator>
  <cp:lastModifiedBy>Yannick RUIJTER</cp:lastModifiedBy>
  <cp:revision>7</cp:revision>
  <dcterms:created xsi:type="dcterms:W3CDTF">2021-12-17T12:45:32Z</dcterms:created>
  <dcterms:modified xsi:type="dcterms:W3CDTF">2026-06-07T20:05:03Z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0x010100723942CCEB3A674D8F1F6472CCEFB38E</vt:lpwstr>
  </property>
  <property fmtid="{D5CDD505-2E9C-101B-9397-08002B2CF9AE}" pid="3" name="Kernteam">
    <vt:lpwstr/>
  </property>
  <property fmtid="{D5CDD505-2E9C-101B-9397-08002B2CF9AE}" pid="4" name="MediaServiceImageTags">
    <vt:lpwstr/>
  </property>
</Properties>
</file>